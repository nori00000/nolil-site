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번의 체험 뒤에도 질문과 작업이 남는 농장을 만듭니다.</a:t>
            </a:r>
          </a:p>
          <a:p>
            <a:r>
              <a:t>관찰한 변화를 기록하고 다음 방문에 비교합니다.</a:t>
            </a:r>
          </a:p>
          <a:p>
            <a:r>
              <a:t>도구를 고치며 다음 사람이 사용할 설명을 남깁니다.</a:t>
            </a:r>
          </a:p>
          <a:p>
            <a:r>
              <a:t>기술과 예술을 각자의 언어로 탐구합니다.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날씨, 재료, 사용 흔적과 사람의 감각이 매번 다른 질문을 만듭니다.</a:t>
            </a:r>
          </a:p>
          <a:p>
            <a:r>
              <a:t>현장성 — 같은 자리를 여러 번 살피는 관찰</a:t>
            </a:r>
          </a:p>
          <a:p>
            <a:r>
              <a:t>이어 쓰기 — 수리와 설명을 함께 남기는 도구</a:t>
            </a:r>
          </a:p>
          <a:p>
            <a:r>
              <a:t>표현 — 기능의 완성과 별개로 존중하는 예술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온도·빛·토양의 숫자 옆에 사진과 감각을 나란히 둡니다.</a:t>
            </a:r>
          </a:p>
          <a:p>
            <a:r>
              <a:t>가져온 원리: TechRice의 장소·장치·센서·측정값 구조</a:t>
            </a:r>
          </a:p>
          <a:p>
            <a:r>
              <a:t>최신화: 시간·단위·누락값과 사람의 관찰을 함께 기록</a:t>
            </a:r>
          </a:p>
          <a:p>
            <a:r>
              <a:t>내 시작: 같은 자리의 빛과 색을 세 문장으로 적기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어디에 있고, 어떤 상태이며, 어떻게 이어 쓸지 설명합니다.</a:t>
            </a:r>
          </a:p>
          <a:p>
            <a:r>
              <a:t>가져온 원리: QR Inventory의 식별번호와 상태 연결</a:t>
            </a:r>
          </a:p>
          <a:p>
            <a:r>
              <a:t>최신화: 사진·점검·수리 이력과 짧은 사용 안내</a:t>
            </a:r>
          </a:p>
          <a:p>
            <a:r>
              <a:t>내 시작: 물건 하나의 이름·위치·상태 카드 만들기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구조·재료·에너지를 만지며 자신의 질문을 형태로 바꿉니다.</a:t>
            </a:r>
          </a:p>
          <a:p>
            <a:r>
              <a:t>가져온 발상: Solar Paper Lantern의 빛·종이·에너지</a:t>
            </a:r>
          </a:p>
          <a:p>
            <a:r>
              <a:t>최신화: 종이 모형부터 시작해 현재 부품과 안전 조건 검토</a:t>
            </a:r>
          </a:p>
          <a:p>
            <a:r>
              <a:t>내 시작: 빛이 통과할 자리를 표시한 종이 구조 스케치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관심을 고르고, 작은 행동을 해 보고, 다음 질문을 남깁니다.</a:t>
            </a:r>
          </a:p>
          <a:p>
            <a:r>
              <a:t>01 발견 — 관찰·도구·빛 중 끌리는 질문 고르기</a:t>
            </a:r>
          </a:p>
          <a:p>
            <a:r>
              <a:t>02 준비 — 사진·기록·스케치로 혼자 시작해 보기</a:t>
            </a:r>
          </a:p>
          <a:p>
            <a:r>
              <a:t>03 함께 — 첫 시즌에서 작은 팀으로 작업하기</a:t>
            </a:r>
          </a:p>
          <a:p>
            <a:r>
              <a:t>04 이어가기 — 남긴 기록을 다음 실험의 출발점으로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격주 3시간씩 6회. 4명씩 세 팀을 기본 규모로 설계했습니다.</a:t>
            </a:r>
          </a:p>
          <a:p>
            <a:r>
              <a:t>1–2회 · 현장 살피기 / 질문과 역할 정하기</a:t>
            </a:r>
          </a:p>
          <a:p>
            <a:r>
              <a:t>3–4회 · 작은 시제품 / 기록 비교와 수정</a:t>
            </a:r>
          </a:p>
          <a:p>
            <a:r>
              <a:t>5–6회 · 다시 시험하기 / 다음 작업을 위한 정리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시즌 정원 12명 · 12주 가입비 36만 원 / 1인</a:t>
            </a:r>
          </a:p>
          <a:p>
            <a:r>
              <a:t>계획에 포함: 정기 작업 6회, 기본 공용 도구·소모품, 작업 기록 안내</a:t>
            </a:r>
          </a:p>
          <a:p>
            <a:r>
              <a:t>별도 범위: 개인 장비·특수 재료·식사·교통비</a:t>
            </a:r>
          </a:p>
          <a:p>
            <a:r>
              <a:t>지정 작업일에 참여하는 회원제이며 상시 공간 이용권은 아닙니다.</a:t>
            </a:r>
          </a:p>
          <a:p>
            <a:r>
              <a:t>개시일·진행자·세부 지원·환급 조건은 모집 전에 안내합니다.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가입비로 작업의 준비와 운영을 함께 뒷받침합니다.</a:t>
            </a:r>
          </a:p>
          <a:p>
            <a:r>
              <a:t>부동산 임대수익을 운영 기반으로 두지 않습니다.</a:t>
            </a:r>
          </a:p>
          <a:p>
            <a:r>
              <a:t>기술·예술·관찰 등 서로 다른 기여를 존중합니다.</a:t>
            </a:r>
          </a:p>
          <a:p>
            <a:r>
              <a:t>개인 작업·사진·기록의 공개는 스스로 선택합니다.</a:t>
            </a:r>
          </a:p>
          <a:p>
            <a:r>
              <a:t>원작의 출처와 변경한 부분, 계획과 실제 결과를 구분합니다.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지금은 모집 준비 단계입니다. 먼저 자료를 읽고 나만의 시작을 골라보세요.</a:t>
            </a:r>
          </a:p>
          <a:p>
            <a:r>
              <a:t>홈페이지에서 세 가지 탐구와 역할별 준비를 읽습니다.</a:t>
            </a:r>
          </a:p>
          <a:p>
            <a:r>
              <a:t>내 질문을 적고 개인 메모로 저장할 수 있습니다.</a:t>
            </a:r>
          </a:p>
          <a:p>
            <a:r>
              <a:t>정원 12명은 모집 계획입니다. 현재 회원 유치 실적은 0명입니다.</a:t>
            </a:r>
          </a:p>
          <a:p>
            <a:r>
              <a:t>이 자료 열람과 메모 저장은 신청·예약으로 접수되지 않습니다.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FarmLab: https://hackerfarm.jp/projects/farmlab/</a:t>
            </a:r>
          </a:p>
          <a:p>
            <a:r>
              <a:t>TechRice: https://github.com/Hackerfarm/techrice</a:t>
            </a:r>
          </a:p>
          <a:p>
            <a:r>
              <a:t>Python workshops: https://github.com/Hackerfarm/python-workshops</a:t>
            </a:r>
          </a:p>
          <a:p>
            <a:r>
              <a:t>QR Inventory: https://github.com/Hackerfarm/qrinventory</a:t>
            </a:r>
          </a:p>
          <a:p>
            <a:r>
              <a:t>Solar Paper Lantern: https://github.com/Hackerfarm/solar-paper-lantern</a:t>
            </a:r>
          </a:p>
          <a:p>
            <a:r>
              <a:t>첫 시즌 정원 12명 · 12주 가입비 36만 원 / 1인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INTRODUCTION</a:t>
            </a:r>
          </a:p>
        </p:txBody>
      </p:sp>
      <p:pic>
        <p:nvPicPr>
          <p:cNvPr id="9" name="Picture 8" descr="farm-m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0" y="1143000"/>
            <a:ext cx="3619500" cy="482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816100"/>
            <a:ext cx="7112000" cy="1760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531"/>
              </a:lnSpc>
              <a:spcAft>
                <a:spcPts val="0"/>
              </a:spcAft>
              <a:defRPr sz="46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땅에서 묻고,</a:t>
            </a:r>
          </a:p>
          <a:p>
            <a:pPr>
              <a:lnSpc>
                <a:spcPts val="6531"/>
              </a:lnSpc>
              <a:spcAft>
                <a:spcPts val="0"/>
              </a:spcAft>
              <a:defRPr sz="46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손으로 바꾸다.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68800"/>
            <a:ext cx="6477000" cy="4442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97"/>
              </a:lnSpc>
              <a:spcAft>
                <a:spcPts val="0"/>
              </a:spcAft>
              <a:defRPr sz="19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고양의 공유 농장에서 관찰하고, 고쳐 쓰고, 표현합니다.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5638800"/>
            <a:ext cx="6985000" cy="318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4"/>
              </a:lnSpc>
              <a:spcAft>
                <a:spcPts val="0"/>
              </a:spcAft>
              <a:defRPr sz="12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playworkgrow.club/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혼자 끝나는 취미에서,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함께 이어가는 탐구로.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한 번의 체험 뒤에도 질문과 작업이 남는 농장을 만듭니다.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관찰한 변화를 기록하고 다음 방문에 비교합니다.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도구를 고치며 다음 사람이 사용할 설명을 남깁니다.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기술과 예술을 각자의 언어로 탐구합니다.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OUR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농장이 작업의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출발점입니다.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날씨, 재료, 사용 흔적과 사람의 감각이 매번 다른 질문을 만듭니다.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현장성 — 같은 자리를 여러 번 살피는 관찰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이어 쓰기 — 수리와 설명을 함께 남기는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표현 — 기능의 완성과 별개로 존중하는 예술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 / 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농장의 보이지 않는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하루를 읽습니다.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온도·빛·토양의 숫자 옆에 사진과 감각을 나란히 둡니다.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가져온 원리: TechRice의 장소·장치·센서·측정값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최신화: 시간·단위·누락값과 사람의 관찰을 함께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내 시작: 같은 자리의 빛과 색을 세 문장으로 적기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 /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도구의 다음 사용자를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생각합니다.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어디에 있고, 어떤 상태이며, 어떻게 이어 쓸지 설명합니다.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가져온 원리: QR Inventory의 식별번호와 상태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최신화: 사진·점검·수리 이력과 짧은 사용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내 시작: 물건 하나의 이름·위치·상태 카드 만들기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 /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종이의 틈으로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빛을 표현합니다.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구조·재료·에너지를 만지며 자신의 질문을 형태로 바꿉니다.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가져온 발상: Solar Paper Lantern의 빛·종이·에너지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최신화: 종이 모형부터 시작해 현재 부품과 안전 조건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내 시작: 빛이 통과할 자리를 표시한 종이 구조 스케치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YOUR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잘하는 일보다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궁금한 일에서 시작해요.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관심을 고르고, 작은 행동을 해 보고, 다음 질문을 남깁니다.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01 발견 — 관찰·도구·빛 중 끌리는 질문 고르기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02 준비 — 사진·기록·스케치로 혼자 시작해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03 함께 — 첫 시즌에서 작은 팀으로 작업하기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04 이어가기 — 남긴 기록을 다음 실험의 출발점으로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FIRST SEASON /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12주 동안,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작은 실험을 이어갑니다.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격주 3시간씩 6회. 4명씩 세 팀을 기본 규모로 설계했습니다.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1–2회 · 현장 살피기 / 질문과 역할 정하기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3–4회 · 작은 시제품 / 기록 비교와 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5–6회 · 다시 시험하기 / 다음 작업을 위한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MEMBERSHIP /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함께할 규모와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비용을 분명하게.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첫 시즌 정원 12명 · 12주 가입비 36만 원 / 1인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계획에 포함: 정기 작업 6회, 기본 공용 도구·소모품, 작업 기록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별도 범위: 개인 장비·특수 재료·식사·교통비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지정 작업일에 참여하는 회원제이며 상시 공간 이용권은 아닙니다.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개시일·진행자·세부 지원·환급 조건은 모집 전에 안내합니다.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OUR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함께 쓰는 농장.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함께 지킬 약속.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가입비로 작업의 준비와 운영을 함께 뒷받침합니다.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부동산 임대수익을 운영 기반으로 두지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기술·예술·관찰 등 서로 다른 기여를 존중합니다.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개인 작업·사진·기록의 공개는 스스로 선택합니다.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원작의 출처와 변경한 부분, 계획과 실제 결과를 구분합니다.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YOUR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첫 질문을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가져오세요.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지금은 모집 준비 단계입니다. 먼저 자료를 읽고 나만의 시작을 골라보세요.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홈페이지에서 세 가지 탐구와 역할별 준비를 읽습니다.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내 질문을 적고 개인 메모로 저장할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정원 12명은 모집 계획입니다. 현재 회원 유치 실적은 0명입니다.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이 자료 열람과 메모 저장은 신청·예약으로 접수되지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 · 운영 기준안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REFERENCES / EDITION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출발 자료와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다음 확인할 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원자료의 질문을 이어받되, 현장 작동은 직접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FarmLab · TechRice · Python workshops · QR Inventory · Solar Paper Lantern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외부 참고 프로젝트이며 해커팜스튜디오의 제작 실적이 아닙니다.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다음 확인: 실행 환경·부품·라이선스·현장 안전·진행 인력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소개·발표 자료와 첫 시즌 운영 기준안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해커팜스튜디오 소개·발표자료 · 2026-10-10 v08</dc:title>
  <dc:subject>First-season operating plan, not an enrolment confirmation</dc:subject>
  <dc:creator>Hacker Farm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